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2" r:id="rId4"/>
    <p:sldId id="266" r:id="rId5"/>
    <p:sldId id="259" r:id="rId6"/>
    <p:sldId id="258" r:id="rId7"/>
    <p:sldId id="260" r:id="rId8"/>
    <p:sldId id="265" r:id="rId9"/>
  </p:sldIdLst>
  <p:sldSz cx="18288000" cy="10287000"/>
  <p:notesSz cx="6858000" cy="9144000"/>
  <p:embeddedFontLst>
    <p:embeddedFont>
      <p:font typeface="Libre Franklin Bold" panose="020B0604020202020204" charset="0"/>
      <p:regular r:id="rId10"/>
    </p:embeddedFont>
    <p:embeddedFont>
      <p:font typeface="Montserrat" panose="00000500000000000000" pitchFamily="2" charset="0"/>
      <p:regular r:id="rId11"/>
    </p:embeddedFont>
    <p:embeddedFont>
      <p:font typeface="Playfair Display Bold" panose="020B0604020202020204" charset="0"/>
      <p:regular r:id="rId12"/>
    </p:embeddedFont>
    <p:embeddedFont>
      <p:font typeface="Source Serif Pro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7629CB-8A9A-48E1-ADF1-132D46BCEB4E}" v="5" dt="2025-12-19T07:20:01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2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4576" y="3673091"/>
            <a:ext cx="15318848" cy="1859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00"/>
              </a:lnSpc>
            </a:pPr>
            <a:r>
              <a:rPr lang="en-US" sz="14500" b="1" dirty="0" err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Uppoo</a:t>
            </a:r>
            <a:endParaRPr lang="en-US" sz="14500" b="1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7526650"/>
            <a:ext cx="4074286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TEAM NAME: 405 FOUND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331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2822" y="3288850"/>
            <a:ext cx="15050344" cy="3662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Problem Statement:</a:t>
            </a:r>
          </a:p>
          <a:p>
            <a:pPr algn="ctr"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INTERACTIVE THERAPY AUTHORING STUDIO WITH CULTUARALLY ADAPTED TOOLS &amp; RESOURSE MARKETPLACE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2833476"/>
            <a:ext cx="12652043" cy="748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IMPACT VISION: </a:t>
            </a:r>
          </a:p>
          <a:p>
            <a:pPr algn="ctr"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The existing solutions for therapy for behavioral issues are western centric content, and this is the gap we aim to bridge along with the culturally resonant visuals of India.</a:t>
            </a:r>
          </a:p>
          <a:p>
            <a:pPr algn="ctr">
              <a:lnSpc>
                <a:spcPts val="7300"/>
              </a:lnSpc>
            </a:pPr>
            <a:endParaRPr lang="en-US" sz="48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E88D0-E41A-85EA-5DE1-D8C5D2BAC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AA0B31B-5EEA-20EC-B886-248F36D9AD7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D385753-AB57-49CB-831E-E3FC54C4C053}"/>
              </a:ext>
            </a:extLst>
          </p:cNvPr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B6382E6-E6C6-BB90-54B1-822F169BE151}"/>
                </a:ext>
              </a:extLst>
            </p:cNvPr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08B8E39-B260-381B-3A62-6DE67D3949C2}"/>
                </a:ext>
              </a:extLst>
            </p:cNvPr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9D2688E-20D2-BB15-3142-6B2C73EBA5B3}"/>
              </a:ext>
            </a:extLst>
          </p:cNvPr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A418662-E9E2-D1E9-DFF4-639D0F8A7569}"/>
                </a:ext>
              </a:extLst>
            </p:cNvPr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3F76DCB-13A8-BD13-2F51-690A417F46E5}"/>
                </a:ext>
              </a:extLst>
            </p:cNvPr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F662F36-88C7-3FFD-3242-9A82AE5E2B85}"/>
              </a:ext>
            </a:extLst>
          </p:cNvPr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30FC17F-1A92-0DCE-C662-6074E16915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AB178080-BACA-54B7-85BE-61360CD31BCC}"/>
              </a:ext>
            </a:extLst>
          </p:cNvPr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E409165-EC43-7FF8-5A69-46189C59CBD5}"/>
              </a:ext>
            </a:extLst>
          </p:cNvPr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35D51BF-CC91-2402-FB0F-2E0400B56806}"/>
              </a:ext>
            </a:extLst>
          </p:cNvPr>
          <p:cNvSpPr txBox="1"/>
          <p:nvPr/>
        </p:nvSpPr>
        <p:spPr>
          <a:xfrm>
            <a:off x="2817978" y="2833476"/>
            <a:ext cx="12652043" cy="6553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Our platform aims to reduce the professional’s workload, destigmatize therapy, and expand access to high-quality digital therapy tools across India, empowering both professionals and families.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92126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2783733"/>
            <a:ext cx="13717422" cy="3744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5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USP</a:t>
            </a:r>
          </a:p>
          <a:p>
            <a:pPr>
              <a:lnSpc>
                <a:spcPts val="7300"/>
              </a:lnSpc>
            </a:pPr>
            <a:r>
              <a:rPr lang="en-US" sz="5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Parents/Caregivers get a separate login</a:t>
            </a:r>
          </a:p>
          <a:p>
            <a:pPr>
              <a:lnSpc>
                <a:spcPts val="7300"/>
              </a:lnSpc>
            </a:pPr>
            <a:r>
              <a:rPr lang="en-US" sz="5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Monitor child progress</a:t>
            </a:r>
          </a:p>
          <a:p>
            <a:pPr>
              <a:lnSpc>
                <a:spcPts val="7300"/>
              </a:lnSpc>
            </a:pPr>
            <a:r>
              <a:rPr lang="en-US" sz="5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View assigned tasks &amp; reports</a:t>
            </a: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54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05000" y="3009900"/>
            <a:ext cx="14250821" cy="4598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OUR SOLUTION:</a:t>
            </a:r>
          </a:p>
          <a:p>
            <a:pPr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An Interactive Therapy Authoring Studio with:</a:t>
            </a:r>
          </a:p>
          <a:p>
            <a:pPr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• Parent/Caregiver Monitoring</a:t>
            </a:r>
          </a:p>
          <a:p>
            <a:pPr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• Activity Creation</a:t>
            </a:r>
          </a:p>
          <a:p>
            <a:pPr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• Offline-first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8200" y="3619500"/>
            <a:ext cx="5457625" cy="5468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WORKFLOW DIAGRAM WITH TECH STACK:</a:t>
            </a:r>
          </a:p>
          <a:p>
            <a:pPr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BACKEND – NODEJS</a:t>
            </a:r>
          </a:p>
          <a:p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TYPESCRIPT-FEATURES</a:t>
            </a:r>
          </a:p>
          <a:p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VITE-SERVER</a:t>
            </a:r>
          </a:p>
          <a:p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DBMS-SUPBASE</a:t>
            </a:r>
          </a:p>
        </p:txBody>
      </p:sp>
      <p:pic>
        <p:nvPicPr>
          <p:cNvPr id="16" name="Picture 15" descr="A diagram of a health care system&#10;&#10;AI-generated content may be incorrect.">
            <a:extLst>
              <a:ext uri="{FF2B5EF4-FFF2-40B4-BE49-F238E27FC236}">
                <a16:creationId xmlns:a16="http://schemas.microsoft.com/office/drawing/2014/main" id="{A82D1CB4-ECE7-BC3B-7A9D-2285BCB82D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025" y="1859627"/>
            <a:ext cx="9650460" cy="82308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A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25610" y="3636481"/>
            <a:ext cx="12652043" cy="4680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0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Preethi Ramesh – 24BCE5526</a:t>
            </a:r>
          </a:p>
          <a:p>
            <a:pPr algn="ctr">
              <a:lnSpc>
                <a:spcPts val="7300"/>
              </a:lnSpc>
            </a:pPr>
            <a:r>
              <a:rPr lang="en-US" sz="40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Priyadarshini Palanirajan – 24BCE5572</a:t>
            </a:r>
          </a:p>
          <a:p>
            <a:pPr algn="ctr">
              <a:lnSpc>
                <a:spcPts val="7300"/>
              </a:lnSpc>
            </a:pPr>
            <a:r>
              <a:rPr lang="en-US" sz="40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Bhaskar Reddy-24BPS1094</a:t>
            </a:r>
          </a:p>
          <a:p>
            <a:pPr algn="ctr">
              <a:lnSpc>
                <a:spcPts val="7300"/>
              </a:lnSpc>
            </a:pPr>
            <a:r>
              <a:rPr lang="en-US" sz="40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Hrushikesh-24BAI1216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168</Words>
  <Application>Microsoft Office PowerPoint</Application>
  <PresentationFormat>Custom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Libre Franklin Bold</vt:lpstr>
      <vt:lpstr>Playfair Display Bold</vt:lpstr>
      <vt:lpstr>Montserrat</vt:lpstr>
      <vt:lpstr>Calibri</vt:lpstr>
      <vt:lpstr>Source Serif Pro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EDITION 2</dc:title>
  <cp:lastModifiedBy>Preethi Ramesh</cp:lastModifiedBy>
  <cp:revision>3</cp:revision>
  <dcterms:created xsi:type="dcterms:W3CDTF">2006-08-16T00:00:00Z</dcterms:created>
  <dcterms:modified xsi:type="dcterms:W3CDTF">2025-12-19T07:22:33Z</dcterms:modified>
  <dc:identifier>DAG7o8SITjs</dc:identifier>
</cp:coreProperties>
</file>